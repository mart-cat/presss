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68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Анализ</a:t>
            </a:r>
            <a:r>
              <a:rPr dirty="0"/>
              <a:t> </a:t>
            </a:r>
            <a:r>
              <a:rPr dirty="0" err="1"/>
              <a:t>краудфандинг-проекта</a:t>
            </a:r>
            <a:r>
              <a:rPr dirty="0"/>
              <a:t> «</a:t>
            </a:r>
            <a:r>
              <a:rPr dirty="0" err="1"/>
              <a:t>Мария</a:t>
            </a:r>
            <a:r>
              <a:rPr dirty="0"/>
              <a:t>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708434"/>
          </a:xfrm>
        </p:spPr>
        <p:txBody>
          <a:bodyPr/>
          <a:lstStyle/>
          <a:p>
            <a:pPr marL="0" indent="0" algn="ctr">
              <a:buNone/>
            </a:pPr>
            <a:r>
              <a:rPr dirty="0" err="1"/>
              <a:t>Антикризисная</a:t>
            </a:r>
            <a:r>
              <a:rPr dirty="0"/>
              <a:t> </a:t>
            </a:r>
            <a:r>
              <a:rPr dirty="0" err="1"/>
              <a:t>стратегия</a:t>
            </a:r>
            <a:endParaRPr dirty="0"/>
          </a:p>
        </p:txBody>
      </p:sp>
      <p:sp>
        <p:nvSpPr>
          <p:cNvPr id="4" name="AutoShape 2" descr="https://downloader.planeta.ru/public/crowdfunding/019b9f3d-7304-43a1-824f-b3ba124a3cad/840x840/%D0%BC%D0%B0%D1%80%D0%B8%D1%8F%D0%BB%D0%B5%D0%BD%D1%82%D0%BE%D1%87%D0%BA%D0%B0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4" descr="https://downloader.planeta.ru/public/crowdfunding/019b9f3d-7304-43a1-824f-b3ba124a3cad/840x840/%D0%BC%D0%B0%D1%80%D0%B8%D1%8F%D0%BB%D0%B5%D0%BD%D1%82%D0%BE%D1%87%D0%BA%D0%B0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2308635"/>
            <a:ext cx="8001000" cy="638175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3892990" y="6281597"/>
            <a:ext cx="6675420" cy="7084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ru-RU" sz="1800" dirty="0" smtClean="0"/>
              <a:t>Выполнила</a:t>
            </a:r>
            <a:r>
              <a:rPr lang="en-US" sz="1800" dirty="0" smtClean="0"/>
              <a:t>:</a:t>
            </a:r>
            <a:r>
              <a:rPr lang="ru-RU" sz="1800" dirty="0" smtClean="0"/>
              <a:t> Мартынова А.О. ИВТ-1</a:t>
            </a:r>
            <a:endParaRPr lang="ru-RU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Описание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238469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	</a:t>
            </a:r>
            <a:r>
              <a:rPr dirty="0" smtClean="0"/>
              <a:t>«</a:t>
            </a:r>
            <a:r>
              <a:rPr dirty="0" err="1"/>
              <a:t>Мария</a:t>
            </a:r>
            <a:r>
              <a:rPr dirty="0" smtClean="0"/>
              <a:t>» </a:t>
            </a:r>
            <a:r>
              <a:rPr dirty="0" err="1"/>
              <a:t>набор</a:t>
            </a:r>
            <a:r>
              <a:rPr dirty="0"/>
              <a:t> </a:t>
            </a:r>
            <a:r>
              <a:rPr dirty="0" err="1"/>
              <a:t>дневников</a:t>
            </a:r>
            <a:r>
              <a:rPr dirty="0"/>
              <a:t> и </a:t>
            </a:r>
            <a:r>
              <a:rPr dirty="0" err="1"/>
              <a:t>карточек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с </a:t>
            </a:r>
            <a:r>
              <a:rPr dirty="0" err="1"/>
              <a:t>эмоциональным</a:t>
            </a:r>
            <a:r>
              <a:rPr dirty="0"/>
              <a:t> </a:t>
            </a:r>
            <a:r>
              <a:rPr dirty="0" err="1"/>
              <a:t>состоянием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lang="ru-RU" dirty="0" smtClean="0"/>
              <a:t>	</a:t>
            </a:r>
            <a:r>
              <a:rPr dirty="0" err="1" smtClean="0"/>
              <a:t>Цель</a:t>
            </a:r>
            <a:r>
              <a:rPr dirty="0" smtClean="0"/>
              <a:t> </a:t>
            </a:r>
            <a:r>
              <a:rPr dirty="0" err="1"/>
              <a:t>помощь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тревоге</a:t>
            </a:r>
            <a:r>
              <a:rPr dirty="0"/>
              <a:t>, </a:t>
            </a:r>
            <a:r>
              <a:rPr dirty="0" err="1"/>
              <a:t>апатии</a:t>
            </a:r>
            <a:r>
              <a:rPr dirty="0"/>
              <a:t> и </a:t>
            </a:r>
            <a:r>
              <a:rPr dirty="0" err="1"/>
              <a:t>внутренних</a:t>
            </a:r>
            <a:r>
              <a:rPr dirty="0"/>
              <a:t> </a:t>
            </a:r>
            <a:r>
              <a:rPr dirty="0" err="1"/>
              <a:t>кризисах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Визуал продукта</a:t>
            </a:r>
          </a:p>
        </p:txBody>
      </p:sp>
      <p:pic>
        <p:nvPicPr>
          <p:cNvPr id="3" name="Picture 2" descr="d33b3961-6eee-426b-861f-f342f96854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7737" y="-1"/>
            <a:ext cx="10325480" cy="68836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Целевая аудитория и проблема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748543" cy="4525963"/>
          </a:xfrm>
        </p:spPr>
        <p:txBody>
          <a:bodyPr/>
          <a:lstStyle/>
          <a:p>
            <a:pPr marL="0" indent="0">
              <a:buNone/>
            </a:pPr>
            <a:r>
              <a:rPr dirty="0" err="1"/>
              <a:t>Аудитория</a:t>
            </a:r>
            <a:r>
              <a:rPr dirty="0"/>
              <a:t> </a:t>
            </a:r>
            <a:r>
              <a:rPr dirty="0" smtClean="0"/>
              <a:t> </a:t>
            </a:r>
            <a:r>
              <a:rPr dirty="0"/>
              <a:t>16–35 </a:t>
            </a:r>
            <a:r>
              <a:rPr dirty="0" err="1"/>
              <a:t>лет</a:t>
            </a:r>
            <a:endParaRPr dirty="0"/>
          </a:p>
          <a:p>
            <a:pPr marL="0" indent="0">
              <a:buNone/>
            </a:pPr>
            <a:r>
              <a:rPr dirty="0" err="1"/>
              <a:t>Проблемы</a:t>
            </a:r>
            <a:r>
              <a:rPr dirty="0"/>
              <a:t> </a:t>
            </a:r>
            <a:r>
              <a:rPr dirty="0" err="1" smtClean="0"/>
              <a:t>стресс</a:t>
            </a:r>
            <a:r>
              <a:rPr dirty="0"/>
              <a:t>, </a:t>
            </a:r>
            <a:r>
              <a:rPr dirty="0" err="1"/>
              <a:t>выгорание</a:t>
            </a:r>
            <a:r>
              <a:rPr dirty="0"/>
              <a:t>, </a:t>
            </a:r>
            <a:r>
              <a:rPr dirty="0" err="1"/>
              <a:t>одиночество</a:t>
            </a:r>
            <a:r>
              <a:rPr dirty="0"/>
              <a:t>, </a:t>
            </a:r>
            <a:r>
              <a:rPr dirty="0" err="1"/>
              <a:t>непонимание</a:t>
            </a:r>
            <a:r>
              <a:rPr dirty="0"/>
              <a:t> </a:t>
            </a:r>
            <a:r>
              <a:rPr dirty="0" err="1"/>
              <a:t>себя</a:t>
            </a:r>
            <a:endParaRPr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4102" y="1274274"/>
            <a:ext cx="3165497" cy="53508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Состояние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591554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0 ₽ </a:t>
            </a:r>
            <a:r>
              <a:rPr dirty="0" err="1"/>
              <a:t>из</a:t>
            </a:r>
            <a:r>
              <a:rPr dirty="0"/>
              <a:t> 500 000 ₽</a:t>
            </a:r>
          </a:p>
          <a:p>
            <a:pPr marL="0" indent="0">
              <a:buNone/>
            </a:pPr>
            <a:r>
              <a:rPr dirty="0"/>
              <a:t>0 </a:t>
            </a:r>
            <a:r>
              <a:rPr dirty="0" err="1"/>
              <a:t>участников</a:t>
            </a:r>
            <a:endParaRPr dirty="0"/>
          </a:p>
          <a:p>
            <a:pPr marL="0" indent="0">
              <a:buNone/>
            </a:pPr>
            <a:r>
              <a:rPr dirty="0" err="1"/>
              <a:t>Меньше</a:t>
            </a:r>
            <a:r>
              <a:rPr dirty="0"/>
              <a:t> </a:t>
            </a:r>
            <a:r>
              <a:rPr dirty="0" err="1"/>
              <a:t>суток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конца</a:t>
            </a:r>
            <a:endParaRPr dirty="0"/>
          </a:p>
          <a:p>
            <a:pPr marL="0" indent="0">
              <a:buNone/>
            </a:pPr>
            <a:r>
              <a:rPr dirty="0" err="1"/>
              <a:t>Проект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запущен</a:t>
            </a:r>
            <a:r>
              <a:rPr dirty="0"/>
              <a:t> </a:t>
            </a:r>
            <a:r>
              <a:rPr dirty="0" err="1"/>
              <a:t>фактически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Проблемы маркетинга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428592"/>
          </a:xfrm>
        </p:spPr>
        <p:txBody>
          <a:bodyPr/>
          <a:lstStyle/>
          <a:p>
            <a:pPr marL="0" indent="0">
              <a:buNone/>
            </a:pPr>
            <a:r>
              <a:rPr dirty="0" err="1"/>
              <a:t>Перегруженное</a:t>
            </a:r>
            <a:r>
              <a:rPr dirty="0"/>
              <a:t> </a:t>
            </a:r>
            <a:r>
              <a:rPr dirty="0" err="1"/>
              <a:t>описание</a:t>
            </a:r>
            <a:endParaRPr dirty="0"/>
          </a:p>
          <a:p>
            <a:pPr marL="0" indent="0">
              <a:buNone/>
            </a:pP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конкретики</a:t>
            </a:r>
            <a:endParaRPr dirty="0"/>
          </a:p>
          <a:p>
            <a:pPr marL="0" indent="0">
              <a:buNone/>
            </a:pPr>
            <a:r>
              <a:rPr dirty="0" err="1"/>
              <a:t>Противоречия</a:t>
            </a:r>
            <a:r>
              <a:rPr dirty="0"/>
              <a:t> (</a:t>
            </a:r>
            <a:r>
              <a:rPr dirty="0" err="1"/>
              <a:t>наука</a:t>
            </a:r>
            <a:r>
              <a:rPr dirty="0"/>
              <a:t>/</a:t>
            </a:r>
            <a:r>
              <a:rPr dirty="0" err="1"/>
              <a:t>эзотерика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dirty="0" err="1"/>
              <a:t>Мало</a:t>
            </a:r>
            <a:r>
              <a:rPr dirty="0"/>
              <a:t> </a:t>
            </a:r>
            <a:r>
              <a:rPr dirty="0" err="1"/>
              <a:t>визуалов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293" y="539811"/>
            <a:ext cx="3686270" cy="5529405"/>
          </a:xfrm>
          <a:prstGeom prst="rect">
            <a:avLst/>
          </a:prstGeom>
        </p:spPr>
      </p:pic>
      <p:pic>
        <p:nvPicPr>
          <p:cNvPr id="2050" name="Picture 2" descr="https://downloader.planeta.ru/public/crowdfunding/019ba39a-71bc-4533-b96d-4cc055dbf554/840x840/task_01ke4s9cvxf6s8fgj7775pkn9m_1767539862_img_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667" y="539812"/>
            <a:ext cx="3686270" cy="5529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1163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Проблемы</a:t>
            </a:r>
            <a:r>
              <a:rPr dirty="0"/>
              <a:t> </a:t>
            </a:r>
            <a:r>
              <a:rPr dirty="0" err="1"/>
              <a:t>цены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387220" cy="4525963"/>
          </a:xfrm>
        </p:spPr>
        <p:txBody>
          <a:bodyPr/>
          <a:lstStyle/>
          <a:p>
            <a:pPr marL="0" indent="0">
              <a:buNone/>
            </a:pPr>
            <a:r>
              <a:rPr dirty="0" err="1"/>
              <a:t>Высокая</a:t>
            </a:r>
            <a:r>
              <a:rPr dirty="0"/>
              <a:t> </a:t>
            </a:r>
            <a:r>
              <a:rPr dirty="0" err="1"/>
              <a:t>стоимость</a:t>
            </a:r>
            <a:r>
              <a:rPr dirty="0"/>
              <a:t> </a:t>
            </a:r>
            <a:r>
              <a:rPr dirty="0" smtClean="0"/>
              <a:t>(</a:t>
            </a:r>
            <a:r>
              <a:rPr lang="ru-RU" dirty="0" smtClean="0"/>
              <a:t>16</a:t>
            </a:r>
            <a:r>
              <a:rPr dirty="0" smtClean="0"/>
              <a:t>00–1</a:t>
            </a:r>
            <a:r>
              <a:rPr lang="ru-RU" dirty="0" smtClean="0"/>
              <a:t>2</a:t>
            </a:r>
            <a:r>
              <a:rPr dirty="0" smtClean="0"/>
              <a:t>000 </a:t>
            </a:r>
            <a:r>
              <a:rPr dirty="0"/>
              <a:t>₽)</a:t>
            </a:r>
          </a:p>
          <a:p>
            <a:pPr marL="0" indent="0">
              <a:buNone/>
            </a:pP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дешёвого</a:t>
            </a:r>
            <a:r>
              <a:rPr dirty="0"/>
              <a:t> </a:t>
            </a:r>
            <a:r>
              <a:rPr dirty="0" err="1"/>
              <a:t>входа</a:t>
            </a:r>
            <a:endParaRPr dirty="0"/>
          </a:p>
          <a:p>
            <a:pPr marL="0" indent="0">
              <a:buNone/>
            </a:pP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цифровой</a:t>
            </a:r>
            <a:r>
              <a:rPr dirty="0"/>
              <a:t> </a:t>
            </a:r>
            <a:r>
              <a:rPr dirty="0" err="1"/>
              <a:t>версии</a:t>
            </a:r>
            <a:endParaRPr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155" y="144855"/>
            <a:ext cx="2152714" cy="654065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8804" y="3567066"/>
            <a:ext cx="2585804" cy="29222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Причины провала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аудитории</a:t>
            </a:r>
            <a:endParaRPr dirty="0"/>
          </a:p>
          <a:p>
            <a:pPr marL="0" indent="0">
              <a:buNone/>
            </a:pP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доверия</a:t>
            </a:r>
            <a:endParaRPr dirty="0"/>
          </a:p>
          <a:p>
            <a:pPr marL="0" indent="0">
              <a:buNone/>
            </a:pPr>
            <a:r>
              <a:rPr dirty="0" err="1"/>
              <a:t>Непонятна</a:t>
            </a:r>
            <a:r>
              <a:rPr dirty="0"/>
              <a:t> </a:t>
            </a:r>
            <a:r>
              <a:rPr dirty="0" err="1"/>
              <a:t>ценность</a:t>
            </a:r>
            <a:r>
              <a:rPr dirty="0"/>
              <a:t> </a:t>
            </a:r>
            <a:r>
              <a:rPr dirty="0" err="1"/>
              <a:t>продукта</a:t>
            </a:r>
            <a:endParaRPr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99" y="3628314"/>
            <a:ext cx="4629796" cy="7240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Антикризисные меры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/>
              <a:t>Упростить</a:t>
            </a:r>
            <a:r>
              <a:rPr dirty="0"/>
              <a:t> </a:t>
            </a:r>
            <a:r>
              <a:rPr dirty="0" err="1"/>
              <a:t>описание</a:t>
            </a:r>
            <a:endParaRPr dirty="0"/>
          </a:p>
          <a:p>
            <a:pPr marL="0" indent="0">
              <a:buNone/>
            </a:pPr>
            <a:r>
              <a:rPr dirty="0" err="1"/>
              <a:t>Добавить</a:t>
            </a:r>
            <a:r>
              <a:rPr dirty="0"/>
              <a:t> </a:t>
            </a:r>
            <a:r>
              <a:rPr dirty="0" err="1"/>
              <a:t>фото</a:t>
            </a:r>
            <a:r>
              <a:rPr dirty="0"/>
              <a:t> и </a:t>
            </a:r>
            <a:r>
              <a:rPr dirty="0" err="1"/>
              <a:t>видео</a:t>
            </a:r>
            <a:endParaRPr dirty="0"/>
          </a:p>
          <a:p>
            <a:pPr marL="0" indent="0">
              <a:buNone/>
            </a:pPr>
            <a:r>
              <a:rPr dirty="0" err="1"/>
              <a:t>Снизить</a:t>
            </a:r>
            <a:r>
              <a:rPr dirty="0"/>
              <a:t> </a:t>
            </a:r>
            <a:r>
              <a:rPr dirty="0" err="1"/>
              <a:t>цену</a:t>
            </a:r>
            <a:endParaRPr dirty="0"/>
          </a:p>
          <a:p>
            <a:pPr marL="0" indent="0">
              <a:buNone/>
            </a:pPr>
            <a:r>
              <a:rPr dirty="0" err="1"/>
              <a:t>Запустить</a:t>
            </a:r>
            <a:r>
              <a:rPr dirty="0"/>
              <a:t> </a:t>
            </a:r>
            <a:r>
              <a:rPr dirty="0" err="1"/>
              <a:t>рекламу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101</Words>
  <Application>Microsoft Office PowerPoint</Application>
  <PresentationFormat>Экран (4:3)</PresentationFormat>
  <Paragraphs>33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Анализ краудфандинг-проекта «Мария»</vt:lpstr>
      <vt:lpstr>Описание проекта</vt:lpstr>
      <vt:lpstr>Визуал продукта</vt:lpstr>
      <vt:lpstr>Целевая аудитория и проблема</vt:lpstr>
      <vt:lpstr>Состояние проекта</vt:lpstr>
      <vt:lpstr>Проблемы маркетинга</vt:lpstr>
      <vt:lpstr>Презентация PowerPoint</vt:lpstr>
      <vt:lpstr>Проблемы цены</vt:lpstr>
      <vt:lpstr>Причины провала</vt:lpstr>
      <vt:lpstr>Антикризисные меры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краудфандинг-проекта «Мария»</dc:title>
  <dc:subject/>
  <dc:creator>User</dc:creator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2026-04-16T03:12:54Z</dcterms:modified>
  <cp:category/>
</cp:coreProperties>
</file>